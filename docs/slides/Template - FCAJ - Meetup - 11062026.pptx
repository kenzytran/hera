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A019"/>
    <a:srgbClr val="0804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12"/>
    <p:restoredTop sz="94678"/>
  </p:normalViewPr>
  <p:slideViewPr>
    <p:cSldViewPr snapToGrid="0">
      <p:cViewPr varScale="1">
        <p:scale>
          <a:sx n="56" d="100"/>
          <a:sy n="56" d="100"/>
        </p:scale>
        <p:origin x="11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BD63C4-0799-4A2C-AD48-BC1ED3A02247}" type="datetimeFigureOut">
              <a:rPr lang="vi-VN" smtClean="0"/>
              <a:t>16/03/2026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C2BE50-8498-4475-931F-7BE761A788C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8330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80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5;p66">
            <a:extLst>
              <a:ext uri="{FF2B5EF4-FFF2-40B4-BE49-F238E27FC236}">
                <a16:creationId xmlns:a16="http://schemas.microsoft.com/office/drawing/2014/main" id="{64DCE6E7-812F-42A0-6F71-EEFA7D1FEEA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7878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9;p66">
            <a:extLst>
              <a:ext uri="{FF2B5EF4-FFF2-40B4-BE49-F238E27FC236}">
                <a16:creationId xmlns:a16="http://schemas.microsoft.com/office/drawing/2014/main" id="{896180DA-1E13-B450-0AFF-6B03106FB5AA}"/>
              </a:ext>
            </a:extLst>
          </p:cNvPr>
          <p:cNvSpPr txBox="1"/>
          <p:nvPr userDrawn="1"/>
        </p:nvSpPr>
        <p:spPr>
          <a:xfrm>
            <a:off x="2164556" y="6315964"/>
            <a:ext cx="2834926" cy="14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0"/>
              <a:buFont typeface="Arial"/>
              <a:buNone/>
            </a:pPr>
            <a:r>
              <a:rPr lang="en-US" sz="933" b="0" i="0" u="none" strike="noStrike" cap="none" dirty="0">
                <a:solidFill>
                  <a:srgbClr val="7F7F7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rPr>
              <a:t>Amazon Web Services, Inc. or its Affiliates. </a:t>
            </a:r>
            <a:endParaRPr sz="15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AB2EC284-19D1-B707-7327-DDDC101D55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70358"/>
            <a:ext cx="3414713" cy="369332"/>
          </a:xfrm>
        </p:spPr>
        <p:txBody>
          <a:bodyPr/>
          <a:lstStyle>
            <a:lvl1pPr>
              <a:buNone/>
              <a:defRPr sz="200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VN"/>
              <a:t>Speaker name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B34CEF89-D289-4DCE-277E-BC0B426604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35573"/>
            <a:ext cx="3414713" cy="313932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VN"/>
              <a:t>Job title</a:t>
            </a:r>
          </a:p>
        </p:txBody>
      </p:sp>
      <p:pic>
        <p:nvPicPr>
          <p:cNvPr id="11" name="Picture 10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01CA924C-5765-E9EA-F404-A026068E56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69029"/>
            <a:ext cx="1555750" cy="381000"/>
          </a:xfrm>
          <a:prstGeom prst="rect">
            <a:avLst/>
          </a:prstGeom>
        </p:spPr>
      </p:pic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1202BE2D-3C38-4219-E07B-F011AC806B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42742"/>
            <a:ext cx="8401792" cy="840230"/>
          </a:xfrm>
        </p:spPr>
        <p:txBody>
          <a:bodyPr>
            <a:normAutofit/>
          </a:bodyPr>
          <a:lstStyle>
            <a:lvl1pPr>
              <a:buNone/>
              <a:defRPr sz="4800" b="1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US"/>
              <a:t>Walk in slide</a:t>
            </a:r>
            <a:endParaRPr lang="en-VN"/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B06E23E3-17D4-FAAA-7737-9C9DE78212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905489"/>
            <a:ext cx="2143496" cy="424732"/>
          </a:xfrm>
        </p:spPr>
        <p:txBody>
          <a:bodyPr/>
          <a:lstStyle>
            <a:lvl1pPr>
              <a:buNone/>
              <a:defRPr sz="2400" b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US"/>
              <a:t>Week number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57491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rgbClr val="080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1F1304-0D4C-4A06-CBE7-119A785AE423}"/>
              </a:ext>
            </a:extLst>
          </p:cNvPr>
          <p:cNvSpPr/>
          <p:nvPr userDrawn="1"/>
        </p:nvSpPr>
        <p:spPr>
          <a:xfrm>
            <a:off x="0" y="0"/>
            <a:ext cx="12100956" cy="6858000"/>
          </a:xfrm>
          <a:prstGeom prst="rect">
            <a:avLst/>
          </a:prstGeom>
          <a:solidFill>
            <a:srgbClr val="0804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 err="1"/>
          </a:p>
        </p:txBody>
      </p:sp>
      <p:sp>
        <p:nvSpPr>
          <p:cNvPr id="3" name="Google Shape;19;p66">
            <a:extLst>
              <a:ext uri="{FF2B5EF4-FFF2-40B4-BE49-F238E27FC236}">
                <a16:creationId xmlns:a16="http://schemas.microsoft.com/office/drawing/2014/main" id="{33A3DACA-925C-11D4-B418-DE25DAB9EE9F}"/>
              </a:ext>
            </a:extLst>
          </p:cNvPr>
          <p:cNvSpPr txBox="1"/>
          <p:nvPr userDrawn="1"/>
        </p:nvSpPr>
        <p:spPr>
          <a:xfrm>
            <a:off x="2164556" y="6315964"/>
            <a:ext cx="2834926" cy="14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0"/>
              <a:buFont typeface="Arial"/>
              <a:buNone/>
            </a:pPr>
            <a:r>
              <a:rPr lang="en-US" sz="933" b="0" i="0" u="none" strike="noStrike" cap="none" dirty="0">
                <a:solidFill>
                  <a:srgbClr val="7F7F7F"/>
                </a:solidFill>
                <a:latin typeface="+mj-lt"/>
                <a:ea typeface="Arial"/>
                <a:cs typeface="Arial"/>
                <a:sym typeface="Arial"/>
              </a:rPr>
              <a:t>Amazon Web Services, Inc. or its Affiliates. </a:t>
            </a:r>
            <a:endParaRPr sz="1500" dirty="0">
              <a:latin typeface="+mj-lt"/>
            </a:endParaRPr>
          </a:p>
        </p:txBody>
      </p:sp>
      <p:pic>
        <p:nvPicPr>
          <p:cNvPr id="4" name="Picture 3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1A08F034-728C-83A4-E19E-83590BD4B5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69029"/>
            <a:ext cx="1555750" cy="381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038F82F-7674-A892-F955-817697585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800" y="172800"/>
            <a:ext cx="11258550" cy="827827"/>
          </a:xfrm>
        </p:spPr>
        <p:txBody>
          <a:bodyPr>
            <a:noAutofit/>
          </a:bodyPr>
          <a:lstStyle>
            <a:lvl1pPr>
              <a:defRPr sz="2800" b="1" i="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/>
              <a:t>Slide title / Section name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787B56-D088-BF53-D4DB-56B8A0AED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0800" y="1252800"/>
            <a:ext cx="11258550" cy="4927600"/>
          </a:xfrm>
        </p:spPr>
        <p:txBody>
          <a:bodyPr>
            <a:noAutofit/>
          </a:bodyPr>
          <a:lstStyle>
            <a:lvl1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2pPr>
            <a:lvl3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3pPr>
            <a:lvl4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4pPr>
            <a:lvl5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5855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rgbClr val="080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58;p76">
            <a:extLst>
              <a:ext uri="{FF2B5EF4-FFF2-40B4-BE49-F238E27FC236}">
                <a16:creationId xmlns:a16="http://schemas.microsoft.com/office/drawing/2014/main" id="{E001CE48-199D-56A0-69D1-556D578CE70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9;p66">
            <a:extLst>
              <a:ext uri="{FF2B5EF4-FFF2-40B4-BE49-F238E27FC236}">
                <a16:creationId xmlns:a16="http://schemas.microsoft.com/office/drawing/2014/main" id="{3F333B57-27F9-22F1-23EA-39219270A4DF}"/>
              </a:ext>
            </a:extLst>
          </p:cNvPr>
          <p:cNvSpPr txBox="1"/>
          <p:nvPr userDrawn="1"/>
        </p:nvSpPr>
        <p:spPr>
          <a:xfrm>
            <a:off x="2164556" y="6315964"/>
            <a:ext cx="2834926" cy="14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0"/>
              <a:buFont typeface="Arial"/>
              <a:buNone/>
            </a:pPr>
            <a:r>
              <a:rPr lang="en-US" sz="933" b="0" i="0" u="none" strike="noStrike" cap="none" dirty="0">
                <a:solidFill>
                  <a:srgbClr val="7F7F7F"/>
                </a:solidFill>
                <a:latin typeface="+mj-lt"/>
                <a:ea typeface="Arial"/>
                <a:cs typeface="Arial"/>
                <a:sym typeface="Arial"/>
              </a:rPr>
              <a:t>Amazon Web Services, Inc. or its Affiliates. </a:t>
            </a:r>
            <a:endParaRPr sz="1500" dirty="0">
              <a:latin typeface="+mj-lt"/>
            </a:endParaRPr>
          </a:p>
        </p:txBody>
      </p:sp>
      <p:pic>
        <p:nvPicPr>
          <p:cNvPr id="10" name="Picture 9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129093AB-1582-1E20-7653-0463076482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69029"/>
            <a:ext cx="1555750" cy="381000"/>
          </a:xfrm>
          <a:prstGeom prst="rect">
            <a:avLst/>
          </a:prstGeom>
        </p:spPr>
      </p:pic>
      <p:sp>
        <p:nvSpPr>
          <p:cNvPr id="11" name="Google Shape;59;p76">
            <a:extLst>
              <a:ext uri="{FF2B5EF4-FFF2-40B4-BE49-F238E27FC236}">
                <a16:creationId xmlns:a16="http://schemas.microsoft.com/office/drawing/2014/main" id="{D491E884-C6E6-A451-C0C1-40CE734A462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60800" y="2836800"/>
            <a:ext cx="7819901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Arial"/>
              <a:buNone/>
              <a:defRPr sz="3800" b="1" cap="none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Section name</a:t>
            </a:r>
            <a:endParaRPr/>
          </a:p>
        </p:txBody>
      </p:sp>
      <p:sp>
        <p:nvSpPr>
          <p:cNvPr id="12" name="Google Shape;60;p76">
            <a:extLst>
              <a:ext uri="{FF2B5EF4-FFF2-40B4-BE49-F238E27FC236}">
                <a16:creationId xmlns:a16="http://schemas.microsoft.com/office/drawing/2014/main" id="{A15B343D-3356-673C-478B-D285C7C60A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583375"/>
            <a:ext cx="6849533" cy="65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80985" lvl="0" indent="-190492" algn="l">
              <a:spcBef>
                <a:spcPts val="483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rial"/>
              <a:buNone/>
              <a:defRPr sz="2417">
                <a:solidFill>
                  <a:schemeClr val="bg1"/>
                </a:solidFill>
              </a:defRPr>
            </a:lvl1pPr>
            <a:lvl2pPr marL="761970" lvl="1" indent="-190492" algn="l">
              <a:spcBef>
                <a:spcPts val="483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/>
            </a:lvl2pPr>
            <a:lvl3pPr marL="1142954" lvl="2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523939" lvl="3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1904924" lvl="4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marL="2285909" lvl="5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2666893" lvl="6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047878" lvl="7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3428863" lvl="8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9079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5C3174-11D6-305C-16B3-9FE6251FE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AF2E4-A524-E5CC-E6BF-2494A73A8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24A8B-4B1C-CF7F-DACB-BCF8E9A612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9409C2-61C9-8D49-96BE-171968F58CAA}" type="datetimeFigureOut">
              <a:t>16/03/2026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50F0A-28EC-1CFD-3A4A-EE4CC5954F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D96A7-3B40-4EA5-804B-6583774AE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A5951-7675-3946-A94E-47A019A45A31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67569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8" r:id="rId2"/>
    <p:sldLayoutId id="214748366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A62CE0-1D3C-61B1-94C0-D9E4F2701B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AC980-5F37-EA89-A3CC-F9673454E1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96C870-E730-C4F2-5629-85A7D7053C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AE0299-23CD-D17B-4AA6-C540133EA6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93941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35DD-2F56-6BF3-C85C-440BB3AD2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82642-3A22-5EFC-5095-405A45CB9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03589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F325-D1AD-7F74-118F-7C706B288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FF83C-4096-7DE5-2E5C-9A308A0B9E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0233498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Amazon Ember</vt:lpstr>
      <vt:lpstr>Aptos</vt:lpstr>
      <vt:lpstr>Aptos Display</vt:lpstr>
      <vt:lpstr>Arial</vt:lpstr>
      <vt:lpstr>Custom Design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Thien Lu Hoan</dc:creator>
  <cp:lastModifiedBy>longdj2003@gmail.com</cp:lastModifiedBy>
  <cp:revision>15</cp:revision>
  <dcterms:created xsi:type="dcterms:W3CDTF">2026-02-25T10:51:59Z</dcterms:created>
  <dcterms:modified xsi:type="dcterms:W3CDTF">2026-03-16T07:20:49Z</dcterms:modified>
</cp:coreProperties>
</file>